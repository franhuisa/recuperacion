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448fb2f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448fb2f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448fb2fb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448fb2fb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448fb2fb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448fb2fb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448fb2fb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448fb2fb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448fb2fb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448fb2fb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Defensa RA2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Francisco Huisa Hernandez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00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720"/>
              <a:t>Problema y objetivo </a:t>
            </a:r>
            <a:endParaRPr b="1" sz="27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427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s" sz="2600">
                <a:solidFill>
                  <a:schemeClr val="dk1"/>
                </a:solidFill>
              </a:rPr>
              <a:t>Gestión de tareas desde consola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s" sz="2600">
                <a:solidFill>
                  <a:schemeClr val="dk1"/>
                </a:solidFill>
              </a:rPr>
              <a:t>Añadir, listar, actualizr, buscar y eliminar tareas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s" sz="2600">
                <a:solidFill>
                  <a:schemeClr val="dk1"/>
                </a:solidFill>
              </a:rPr>
              <a:t>Implementación de CRUD en Java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s" sz="2600">
                <a:solidFill>
                  <a:schemeClr val="dk1"/>
                </a:solidFill>
              </a:rPr>
              <a:t>Uso de colecciones y Streams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s" sz="2600">
                <a:solidFill>
                  <a:schemeClr val="dk1"/>
                </a:solidFill>
              </a:rPr>
              <a:t>Estructura en capas (MVC básico)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2820"/>
              <a:t>Estructura del proyecto </a:t>
            </a:r>
            <a:endParaRPr b="1" sz="2820"/>
          </a:p>
        </p:txBody>
      </p:sp>
      <p:sp>
        <p:nvSpPr>
          <p:cNvPr id="67" name="Google Shape;67;p15"/>
          <p:cNvSpPr txBox="1"/>
          <p:nvPr/>
        </p:nvSpPr>
        <p:spPr>
          <a:xfrm>
            <a:off x="311700" y="1856625"/>
            <a:ext cx="5908200" cy="23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Arquitectura: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Vista → Main (interfaz de consola)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Controller → TareaService (lógica)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>
                <a:solidFill>
                  <a:schemeClr val="dk1"/>
                </a:solidFill>
              </a:rPr>
              <a:t>Model → Tarea, Usuario, Categoria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 sz="1800">
                <a:solidFill>
                  <a:schemeClr val="dk1"/>
                </a:solidFill>
              </a:rPr>
              <a:t>Diseño:</a:t>
            </a:r>
            <a:br>
              <a:rPr b="1" lang="es" sz="1800">
                <a:solidFill>
                  <a:schemeClr val="dk1"/>
                </a:solidFill>
              </a:rPr>
            </a:br>
            <a:r>
              <a:rPr lang="es" sz="1800">
                <a:solidFill>
                  <a:schemeClr val="dk1"/>
                </a:solidFill>
              </a:rPr>
              <a:t> Separación en capas simple (tipo MVC)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4725" y="1966463"/>
            <a:ext cx="228600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s" sz="2300"/>
              <a:t>Estructuras de datos + Genéricos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19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Estructuras usadas:</a:t>
            </a:r>
            <a:endParaRPr b="1">
              <a:solidFill>
                <a:schemeClr val="dk1"/>
              </a:solidFill>
            </a:endParaRPr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ArrayList&lt;Tarea&gt; → almacenamiento dinámico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s">
                <a:solidFill>
                  <a:schemeClr val="dk1"/>
                </a:solidFill>
              </a:rPr>
              <a:t>Genéricos:</a:t>
            </a:r>
            <a:endParaRPr b="1">
              <a:solidFill>
                <a:schemeClr val="dk1"/>
              </a:solidFill>
            </a:endParaRPr>
          </a:p>
          <a:p>
            <a:pPr indent="-30003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>
                <a:solidFill>
                  <a:schemeClr val="dk1"/>
                </a:solidFill>
              </a:rPr>
              <a:t>Repositorio&lt;T&gt; para reutilización de código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25" y="1762225"/>
            <a:ext cx="36576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925" y="2855875"/>
            <a:ext cx="355282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222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Streams + Optional 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</a:rPr>
              <a:t>Streams: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filter() → tareas pendientes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map() → títulos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sorted() → por prioridad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count() → tareas completadas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600">
                <a:solidFill>
                  <a:schemeClr val="dk1"/>
                </a:solidFill>
              </a:rPr>
              <a:t>Optional: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Evita nullPointerException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s" sz="1600">
                <a:solidFill>
                  <a:schemeClr val="dk1"/>
                </a:solidFill>
              </a:rPr>
              <a:t>Uso en búsqueda de tareas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9050" y="848950"/>
            <a:ext cx="324802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5725" y="1854750"/>
            <a:ext cx="31623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6088" y="3942550"/>
            <a:ext cx="4733925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05713" y="2898650"/>
            <a:ext cx="3114675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CRUD + conclusión 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s" sz="4800">
                <a:solidFill>
                  <a:schemeClr val="dk1"/>
                </a:solidFill>
              </a:rPr>
              <a:t>Operaciones CRUD:</a:t>
            </a:r>
            <a:endParaRPr b="1" sz="4800">
              <a:solidFill>
                <a:schemeClr val="dk1"/>
              </a:solidFill>
            </a:endParaRPr>
          </a:p>
          <a:p>
            <a:pPr indent="-35052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4800">
                <a:solidFill>
                  <a:schemeClr val="dk1"/>
                </a:solidFill>
              </a:rPr>
              <a:t>Create → añadir tarea</a:t>
            </a:r>
            <a:endParaRPr sz="4800">
              <a:solidFill>
                <a:schemeClr val="dk1"/>
              </a:solidFill>
            </a:endParaRPr>
          </a:p>
          <a:p>
            <a:pPr indent="-35052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4800">
                <a:solidFill>
                  <a:schemeClr val="dk1"/>
                </a:solidFill>
              </a:rPr>
              <a:t>Read → listar y buscar</a:t>
            </a:r>
            <a:endParaRPr sz="4800">
              <a:solidFill>
                <a:schemeClr val="dk1"/>
              </a:solidFill>
            </a:endParaRPr>
          </a:p>
          <a:p>
            <a:pPr indent="-35052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4800">
                <a:solidFill>
                  <a:schemeClr val="dk1"/>
                </a:solidFill>
              </a:rPr>
              <a:t>Update → marcar como completada</a:t>
            </a:r>
            <a:endParaRPr sz="4800">
              <a:solidFill>
                <a:schemeClr val="dk1"/>
              </a:solidFill>
            </a:endParaRPr>
          </a:p>
          <a:p>
            <a:pPr indent="-35052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s" sz="4800">
                <a:solidFill>
                  <a:schemeClr val="dk1"/>
                </a:solidFill>
              </a:rPr>
              <a:t>Delete → eliminar tarea</a:t>
            </a:r>
            <a:endParaRPr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s" sz="4800">
                <a:solidFill>
                  <a:schemeClr val="dk1"/>
                </a:solidFill>
              </a:rPr>
              <a:t>Conclusión:</a:t>
            </a:r>
            <a:endParaRPr b="1"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4800">
                <a:solidFill>
                  <a:schemeClr val="dk1"/>
                </a:solidFill>
              </a:rPr>
              <a:t>Proyecto funcional con Java y buenas prácticas básicas. </a:t>
            </a:r>
            <a:endParaRPr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