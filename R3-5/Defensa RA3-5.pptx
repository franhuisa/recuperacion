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73DAF2-FB61-471D-98BB-C2E25CFDD9A3}">
  <a:tblStyle styleId="{7273DAF2-FB61-471D-98BB-C2E25CFDD9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4a3156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4a3156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625839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625839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4625839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4625839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4625839a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4625839a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625839a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625839a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4625839a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4625839a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625839a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625839a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625839a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625839a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625839a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625839a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Defensa RA3-5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Francisco Huisa Hernandez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Objetivo del sistema 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" sz="2300">
                <a:solidFill>
                  <a:schemeClr val="dk1"/>
                </a:solidFill>
              </a:rPr>
              <a:t>Gestionar biblioteca digital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" sz="2300">
                <a:solidFill>
                  <a:schemeClr val="dk1"/>
                </a:solidFill>
              </a:rPr>
              <a:t>CRUD completo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" sz="2300">
                <a:solidFill>
                  <a:schemeClr val="dk1"/>
                </a:solidFill>
              </a:rPr>
              <a:t>Préstamos de libros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Tecnologías y arquitectura 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459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" sz="1900">
                <a:solidFill>
                  <a:schemeClr val="dk1"/>
                </a:solidFill>
              </a:rPr>
              <a:t>Tecnologías: Spring Boot, Spring Data JPA,  Postman,  H2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" sz="1900">
                <a:solidFill>
                  <a:schemeClr val="dk1"/>
                </a:solidFill>
              </a:rPr>
              <a:t>Controller → Service → Repository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" sz="1900">
                <a:solidFill>
                  <a:schemeClr val="dk1"/>
                </a:solidFill>
              </a:rPr>
              <a:t>Separación de capas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s" sz="1900">
                <a:solidFill>
                  <a:schemeClr val="dk1"/>
                </a:solidFill>
              </a:rPr>
              <a:t>Excepciones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2100863"/>
            <a:ext cx="23050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60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Entidades y sus relaciones</a:t>
            </a:r>
            <a:endParaRPr b="1"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2348350" y="19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{7273DAF2-FB61-471D-98BB-C2E25CFDD9A3}</a:tableStyleId>
              </a:tblPr>
              <a:tblGrid>
                <a:gridCol w="1971125"/>
              </a:tblGrid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Libro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Titulo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Genero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ISBN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Stock_Total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Stock_Disponible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Año_Publicacion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7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Autor_ID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5" name="Google Shape;75;p16"/>
          <p:cNvGraphicFramePr/>
          <p:nvPr/>
        </p:nvGraphicFramePr>
        <p:xfrm>
          <a:off x="400525" y="19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{7273DAF2-FB61-471D-98BB-C2E25CFDD9A3}</a:tableStyleId>
              </a:tblPr>
              <a:tblGrid>
                <a:gridCol w="171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Autor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Nombre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Apellidos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Nacionalidad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</a:rPr>
                        <a:t>Fecha_Nacimiento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6" name="Google Shape;76;p16"/>
          <p:cNvGraphicFramePr/>
          <p:nvPr/>
        </p:nvGraphicFramePr>
        <p:xfrm>
          <a:off x="4594675" y="19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{7273DAF2-FB61-471D-98BB-C2E25CFDD9A3}</a:tableStyleId>
              </a:tblPr>
              <a:tblGrid>
                <a:gridCol w="213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Préstamo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Estado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Fecha_Devolución Real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Fecha Devolución</a:t>
                      </a:r>
                      <a:r>
                        <a:rPr lang="es" sz="1000"/>
                        <a:t> Prevista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Libro_ID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Usuario_ID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Usuario_ID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7" name="Google Shape;77;p16"/>
          <p:cNvGraphicFramePr/>
          <p:nvPr/>
        </p:nvGraphicFramePr>
        <p:xfrm>
          <a:off x="6959050" y="191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{7273DAF2-FB61-471D-98BB-C2E25CFDD9A3}</a:tableStyleId>
              </a:tblPr>
              <a:tblGrid>
                <a:gridCol w="213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/>
                        <a:t>Usuario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Nombre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Apellidos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Telefono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Email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/>
                        <a:t>Activo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" name="Google Shape;78;p16"/>
          <p:cNvSpPr txBox="1"/>
          <p:nvPr/>
        </p:nvSpPr>
        <p:spPr>
          <a:xfrm>
            <a:off x="400525" y="852700"/>
            <a:ext cx="300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Autor 1 → N Libros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Usuario 1 → N Préstamos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Libro 1 → N Préstamos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Controller</a:t>
            </a:r>
            <a:endParaRPr b="1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076" y="1208000"/>
            <a:ext cx="6453200" cy="34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63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20"/>
              <a:t>Autor</a:t>
            </a:r>
            <a:endParaRPr sz="18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Controller</a:t>
            </a:r>
            <a:endParaRPr b="1"/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572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20"/>
              <a:t>Libro</a:t>
            </a:r>
            <a:endParaRPr sz="1820"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900" y="1085000"/>
            <a:ext cx="5814198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Controller</a:t>
            </a:r>
            <a:endParaRPr b="1"/>
          </a:p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63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20"/>
              <a:t>Usuario</a:t>
            </a:r>
            <a:endParaRPr sz="182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138" y="1093900"/>
            <a:ext cx="4969719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Controller</a:t>
            </a:r>
            <a:endParaRPr b="1"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635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20"/>
              <a:t>Préstamos</a:t>
            </a:r>
            <a:endParaRPr sz="182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975" y="1208000"/>
            <a:ext cx="4944047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27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Lógica de negocio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73875" y="948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Regla 1: El usuario tiene que estar activo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Regla 2: Control de disponibilidad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Regla 3: Validación de usuario/libro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975" y="2962879"/>
            <a:ext cx="7352249" cy="878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975" y="1975325"/>
            <a:ext cx="7352251" cy="8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975" y="3909200"/>
            <a:ext cx="6881426" cy="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151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Excepciones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53850" y="697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Excepción</a:t>
            </a:r>
            <a:r>
              <a:rPr lang="es" sz="1500">
                <a:solidFill>
                  <a:schemeClr val="dk1"/>
                </a:solidFill>
              </a:rPr>
              <a:t> Global						   </a:t>
            </a:r>
            <a:r>
              <a:rPr lang="es" sz="1500">
                <a:solidFill>
                  <a:schemeClr val="dk1"/>
                </a:solidFill>
              </a:rPr>
              <a:t>Excepción</a:t>
            </a:r>
            <a:r>
              <a:rPr lang="es" sz="1500">
                <a:solidFill>
                  <a:schemeClr val="dk1"/>
                </a:solidFill>
              </a:rPr>
              <a:t> de C</a:t>
            </a:r>
            <a:r>
              <a:rPr lang="es" sz="1500">
                <a:solidFill>
                  <a:schemeClr val="dk1"/>
                </a:solidFill>
              </a:rPr>
              <a:t>onflicto</a:t>
            </a:r>
            <a:endParaRPr sz="15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5486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457200" lvl="0" marL="4572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Excepción de Recurso no Encontrado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chemeClr val="dk1"/>
                </a:solidFill>
              </a:rPr>
              <a:t>						Excepción de Regla de Negocio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300" y="1183325"/>
            <a:ext cx="4974650" cy="182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850" y="1094500"/>
            <a:ext cx="3481175" cy="8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8850" y="2335300"/>
            <a:ext cx="3481175" cy="68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5787" y="3626275"/>
            <a:ext cx="3672416" cy="72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